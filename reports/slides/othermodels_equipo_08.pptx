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4" r:id="rId2"/>
    <p:sldId id="271" r:id="rId3"/>
  </p:sldIdLst>
  <p:sldSz cx="9144000" cy="6858000" type="screen4x3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BE92C949-3083-DDAE-E552-734562EA9E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CC3DC6C-364C-00C5-19A9-017DFB754B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4BBDB3-7AC8-49E5-9A73-4603E77AAF12}" type="datetimeFigureOut">
              <a:rPr lang="es-CO"/>
              <a:pPr>
                <a:defRPr/>
              </a:pPr>
              <a:t>23/11/2025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C0328E3C-D08F-2CFD-E068-74D797026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45816F43-1B19-21F2-19C9-1E219C6A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C4F3668-4F73-3EC3-24D1-DA1841FF19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0F7CBC64-78FB-9714-7AB3-781A9D26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05A61EF-A413-4572-B9C0-15D2EEC59714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41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7249F-F2BE-47F2-A8AB-0992E5DC4653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032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C22D8B77-C1D3-0A00-A869-65B12D839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D7C764-0E45-4505-817A-12909C5376F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78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E64F5B6D-0F88-EA15-C860-E322D68B0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47513-D27B-4AEA-A85D-B9DD5D2AB3F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5534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1A83241-5594-598F-1BF5-FA5C0DC0D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A769A3-85E2-4839-8E5E-8A5436FF1AC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527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C5AD3D6-62F2-FCB9-7094-234CDAE3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69B23B-F899-451E-B145-7F8D8886E87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34370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D3A27087-6EC7-2356-65C7-D71AE73E8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C251DF-3702-4306-959F-3E2BD82C35B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5131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>
            <a:extLst>
              <a:ext uri="{FF2B5EF4-FFF2-40B4-BE49-F238E27FC236}">
                <a16:creationId xmlns:a16="http://schemas.microsoft.com/office/drawing/2014/main" id="{2F30945E-3CCA-CF02-2FC4-E0C6EC7F4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5CC389-7F26-4725-9023-4E3F2345139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775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>
            <a:extLst>
              <a:ext uri="{FF2B5EF4-FFF2-40B4-BE49-F238E27FC236}">
                <a16:creationId xmlns:a16="http://schemas.microsoft.com/office/drawing/2014/main" id="{1F36965F-0DB7-FDB6-1BDC-C060CB82D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93947-508A-45BE-86AE-62D57ACA10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7621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6C5A0EE-9FB2-FEB2-6878-507E202EC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B7450B-753A-4D0C-B28A-0047C69049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67954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84546BB-A4E5-3B58-2ACB-27A5C74B1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5E326B-E61B-404A-91AD-F3330371B9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5680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5CB46EE3-431F-BB36-CA9D-04500F8273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1563" y="1785938"/>
            <a:ext cx="8229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401DA00B-C6A8-2C61-B79B-B7D77AF7FC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71563" y="2500313"/>
            <a:ext cx="785812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AA3CB7F-6069-7DE9-612F-7EB7AE84F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25" y="6421438"/>
            <a:ext cx="5905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b="1"/>
            </a:lvl1pPr>
          </a:lstStyle>
          <a:p>
            <a:fld id="{4D557006-C754-4C49-B04C-609781B5F229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1 Título"/>
          <p:cNvSpPr>
            <a:spLocks noGrp="1"/>
          </p:cNvSpPr>
          <p:nvPr>
            <p:ph type="ctrTitle"/>
          </p:nvPr>
        </p:nvSpPr>
        <p:spPr>
          <a:xfrm>
            <a:off x="1259632" y="1340768"/>
            <a:ext cx="7772400" cy="1793875"/>
          </a:xfrm>
        </p:spPr>
        <p:txBody>
          <a:bodyPr/>
          <a:lstStyle/>
          <a:p>
            <a:pPr algn="ctr" eaLnBrk="1" hangingPunct="1"/>
            <a:r>
              <a:rPr lang="es-CO" altLang="es-CO" dirty="0"/>
              <a:t>VIVIAN CABANZO FERNÁNDEZ</a:t>
            </a:r>
            <a:br>
              <a:rPr lang="es-CO" altLang="es-CO" dirty="0"/>
            </a:br>
            <a:r>
              <a:rPr lang="es-CO" altLang="es-CO" dirty="0"/>
              <a:t>LAURA DANIELA DIAZ TORRES</a:t>
            </a:r>
            <a:br>
              <a:rPr lang="es-CO" altLang="es-CO" dirty="0"/>
            </a:br>
            <a:r>
              <a:rPr lang="es-CO" altLang="es-CO" dirty="0"/>
              <a:t>CRISTIAN FELIPE MUÑOZ GUERRERO</a:t>
            </a:r>
            <a:br>
              <a:rPr lang="es-CO" altLang="es-CO" dirty="0"/>
            </a:br>
            <a:r>
              <a:rPr lang="es-CO" altLang="es-CO" dirty="0"/>
              <a:t>ZENETH OLIVERO TAPIA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A67B959-F5C7-E461-4D06-04057BB8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72" y="3284984"/>
            <a:ext cx="6400800" cy="323321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err="1"/>
              <a:t>Problem</a:t>
            </a:r>
            <a:r>
              <a:rPr lang="es-CO" b="1" dirty="0"/>
              <a:t> </a:t>
            </a:r>
            <a:r>
              <a:rPr lang="es-CO" b="1"/>
              <a:t>Set 3 </a:t>
            </a:r>
            <a:r>
              <a:rPr lang="es-CO" b="1" dirty="0"/>
              <a:t>– </a:t>
            </a:r>
            <a:r>
              <a:rPr lang="es-CO" b="1" dirty="0" err="1"/>
              <a:t>Making</a:t>
            </a:r>
            <a:r>
              <a:rPr lang="es-CO" b="1" dirty="0"/>
              <a:t> Money </a:t>
            </a:r>
            <a:r>
              <a:rPr lang="es-CO" b="1" dirty="0" err="1"/>
              <a:t>with</a:t>
            </a:r>
            <a:r>
              <a:rPr lang="es-CO" b="1" dirty="0"/>
              <a:t> ML?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BIG DATA Y MACHINE LEARNING PARA ECONOMIA APLICADA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2025-02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/>
              <a:t>othermodels_equipo_08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>
                <a:latin typeface="Arial Black" panose="020B0A04020102020204" pitchFamily="34" charset="0"/>
              </a:rPr>
              <a:t>OTROS MODELOS</a:t>
            </a:r>
          </a:p>
        </p:txBody>
      </p:sp>
    </p:spTree>
    <p:extLst>
      <p:ext uri="{BB962C8B-B14F-4D97-AF65-F5344CB8AC3E}">
        <p14:creationId xmlns:p14="http://schemas.microsoft.com/office/powerpoint/2010/main" val="381758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23C73C8E-6C08-A6DF-5824-FAEB24E8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916832"/>
            <a:ext cx="8229600" cy="500063"/>
          </a:xfrm>
        </p:spPr>
        <p:txBody>
          <a:bodyPr/>
          <a:lstStyle/>
          <a:p>
            <a:pPr algn="ctr"/>
            <a:r>
              <a:rPr lang="es-CO" altLang="es-CO" dirty="0" err="1"/>
              <a:t>Best</a:t>
            </a:r>
            <a:r>
              <a:rPr lang="es-CO" altLang="es-CO" dirty="0"/>
              <a:t> </a:t>
            </a:r>
            <a:r>
              <a:rPr lang="es-CO" altLang="es-CO" dirty="0" err="1"/>
              <a:t>model</a:t>
            </a:r>
            <a:r>
              <a:rPr lang="es-CO" altLang="es-CO" dirty="0"/>
              <a:t> </a:t>
            </a:r>
            <a:r>
              <a:rPr lang="es-CO" altLang="es-CO" dirty="0" err="1"/>
              <a:t>overview</a:t>
            </a:r>
            <a:r>
              <a:rPr lang="es-CO" altLang="es-CO" dirty="0"/>
              <a:t> – </a:t>
            </a:r>
            <a:r>
              <a:rPr lang="es-CO" altLang="es-CO" dirty="0" err="1"/>
              <a:t>Random</a:t>
            </a:r>
            <a:r>
              <a:rPr lang="es-CO" altLang="es-CO" dirty="0"/>
              <a:t> Forest CV espacial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F5ABE4-E37F-C457-F840-318F45C07DB3}"/>
              </a:ext>
            </a:extLst>
          </p:cNvPr>
          <p:cNvSpPr txBox="1"/>
          <p:nvPr/>
        </p:nvSpPr>
        <p:spPr>
          <a:xfrm>
            <a:off x="1043608" y="5013176"/>
            <a:ext cx="7165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Usando el CV espacial se generalizaron mejor las zonas no vistas. El ensamble por </a:t>
            </a:r>
            <a:r>
              <a:rPr lang="es-ES" dirty="0" err="1"/>
              <a:t>folds</a:t>
            </a:r>
            <a:r>
              <a:rPr lang="es-ES" dirty="0"/>
              <a:t> reduce varianza y el bosque capta no linealidades e interacciones entre tamaño, ubicación, distancias y amenidades, entregando predicciones estables sin sobreajuste.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09DD69-D753-B1D1-93EE-4D3287566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370580"/>
            <a:ext cx="8424780" cy="22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07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92</Words>
  <Application>Microsoft Office PowerPoint</Application>
  <PresentationFormat>Presentación en pantalla (4:3)</PresentationFormat>
  <Paragraphs>11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Arial Black</vt:lpstr>
      <vt:lpstr>Calibri</vt:lpstr>
      <vt:lpstr>Tema de Office</vt:lpstr>
      <vt:lpstr>VIVIAN CABANZO FERNÁNDEZ LAURA DANIELA DIAZ TORRES CRISTIAN FELIPE MUÑOZ GUERRERO ZENETH OLIVERO TAPIA</vt:lpstr>
      <vt:lpstr>Best model overview – Random Forest CV espacial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EXT CRISTIAN FELIPE MUÑOZ GUERRERO</cp:lastModifiedBy>
  <cp:revision>63</cp:revision>
  <dcterms:created xsi:type="dcterms:W3CDTF">2008-03-12T20:06:52Z</dcterms:created>
  <dcterms:modified xsi:type="dcterms:W3CDTF">2025-11-24T00:24:55Z</dcterms:modified>
</cp:coreProperties>
</file>