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4" r:id="rId2"/>
    <p:sldId id="265" r:id="rId3"/>
    <p:sldId id="266" r:id="rId4"/>
    <p:sldId id="267" r:id="rId5"/>
    <p:sldId id="268" r:id="rId6"/>
    <p:sldId id="269" r:id="rId7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147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23/11/2025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</a:t>
            </a:r>
            <a:r>
              <a:rPr lang="es-CO" b="1"/>
              <a:t>Set 3 </a:t>
            </a:r>
            <a:r>
              <a:rPr lang="es-CO" b="1" dirty="0"/>
              <a:t>– </a:t>
            </a:r>
            <a:r>
              <a:rPr lang="es-CO" b="1" dirty="0" err="1"/>
              <a:t>Making</a:t>
            </a:r>
            <a:r>
              <a:rPr lang="es-CO" b="1" dirty="0"/>
              <a:t> Money </a:t>
            </a:r>
            <a:r>
              <a:rPr lang="es-CO" b="1" dirty="0" err="1"/>
              <a:t>with</a:t>
            </a:r>
            <a:r>
              <a:rPr lang="es-CO" b="1" dirty="0"/>
              <a:t> ML?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othermodels_equipo_08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>
                <a:latin typeface="Arial Black" panose="020B0A04020102020204" pitchFamily="34" charset="0"/>
              </a:rPr>
              <a:t>OTROS MODELOS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/>
          <p:cNvSpPr>
            <a:spLocks noGrp="1"/>
          </p:cNvSpPr>
          <p:nvPr>
            <p:ph type="title"/>
          </p:nvPr>
        </p:nvSpPr>
        <p:spPr>
          <a:xfrm>
            <a:off x="971600" y="1583696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XGBoost</a:t>
            </a:r>
            <a:r>
              <a:rPr lang="es-CO" altLang="es-CO" dirty="0"/>
              <a:t> + CART Ensemble</a:t>
            </a:r>
          </a:p>
        </p:txBody>
      </p:sp>
      <p:sp>
        <p:nvSpPr>
          <p:cNvPr id="2" name="Marcador de contenido 1"/>
          <p:cNvSpPr>
            <a:spLocks noGrp="1"/>
          </p:cNvSpPr>
          <p:nvPr>
            <p:ph idx="1"/>
          </p:nvPr>
        </p:nvSpPr>
        <p:spPr>
          <a:xfrm>
            <a:off x="1040708" y="4910286"/>
            <a:ext cx="7858125" cy="1432743"/>
          </a:xfrm>
        </p:spPr>
        <p:txBody>
          <a:bodyPr/>
          <a:lstStyle/>
          <a:p>
            <a:r>
              <a:rPr lang="es-ES" dirty="0"/>
              <a:t>El modelo fue seleccionado porque logra </a:t>
            </a:r>
            <a:r>
              <a:rPr lang="es-ES" b="1" dirty="0"/>
              <a:t>mayor estabilidad y precisión</a:t>
            </a:r>
            <a:r>
              <a:rPr lang="es-ES" dirty="0"/>
              <a:t>, mejorando el F1-score frente a todos los modelos individuales y manteniendo una estructura explicativa que facilita su interpretación.</a:t>
            </a:r>
          </a:p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8983FE9-07D1-066B-992A-8342F7FFC6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50" y="2083759"/>
            <a:ext cx="8242950" cy="2425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FA7EE9-6336-1A48-2A0F-D1E429F17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1562375"/>
            <a:ext cx="8229600" cy="500062"/>
          </a:xfrm>
        </p:spPr>
        <p:txBody>
          <a:bodyPr/>
          <a:lstStyle/>
          <a:p>
            <a:r>
              <a:rPr lang="en-US" dirty="0" err="1"/>
              <a:t>Comparación</a:t>
            </a:r>
            <a:r>
              <a:rPr lang="en-US" dirty="0"/>
              <a:t> de </a:t>
            </a:r>
            <a:r>
              <a:rPr lang="en-US" dirty="0" err="1"/>
              <a:t>modelos</a:t>
            </a:r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CDEE2FF-3160-6F4F-7E33-48E58AC782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2032399"/>
            <a:ext cx="8138936" cy="2793201"/>
          </a:xfr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0055CED-A0DC-F09D-2615-49895DF964B6}"/>
              </a:ext>
            </a:extLst>
          </p:cNvPr>
          <p:cNvSpPr txBox="1"/>
          <p:nvPr/>
        </p:nvSpPr>
        <p:spPr>
          <a:xfrm>
            <a:off x="1331640" y="5220207"/>
            <a:ext cx="75608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/>
              <a:t>Los modelos lineales fueron más interpretables, pero menos flexibles.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/>
              <a:t>Los modelos de árboles captaron relaciones más complejas en los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/>
              <a:t>El ensamble </a:t>
            </a:r>
            <a:r>
              <a:rPr lang="es-ES" sz="1600" dirty="0" err="1"/>
              <a:t>XGBoost</a:t>
            </a:r>
            <a:r>
              <a:rPr lang="es-ES" sz="1600" dirty="0"/>
              <a:t>–CART combinó ambos enfoques y logró el mejor equilibrio general.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6639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845C44-F077-BDC7-EF53-5E1F10782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960" y="764704"/>
            <a:ext cx="8229600" cy="500062"/>
          </a:xfrm>
        </p:spPr>
        <p:txBody>
          <a:bodyPr/>
          <a:lstStyle/>
          <a:p>
            <a:r>
              <a:rPr lang="en-US" dirty="0" err="1"/>
              <a:t>Resultados</a:t>
            </a:r>
            <a:r>
              <a:rPr lang="en-US" dirty="0"/>
              <a:t> Kaggle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ADCDBDF1-A4CF-DB2E-C7AB-C6FAB1764D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91" y="1416771"/>
            <a:ext cx="7999418" cy="4479206"/>
          </a:xfrm>
        </p:spPr>
      </p:pic>
    </p:spTree>
    <p:extLst>
      <p:ext uri="{BB962C8B-B14F-4D97-AF65-F5344CB8AC3E}">
        <p14:creationId xmlns:p14="http://schemas.microsoft.com/office/powerpoint/2010/main" val="113547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574A81-1D4C-C8F3-D336-FB6795735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218" y="1844824"/>
            <a:ext cx="2304256" cy="500062"/>
          </a:xfrm>
        </p:spPr>
        <p:txBody>
          <a:bodyPr/>
          <a:lstStyle/>
          <a:p>
            <a:r>
              <a:rPr lang="en-US" dirty="0" err="1"/>
              <a:t>Limitaciones</a:t>
            </a:r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A162529-E8A0-F7DE-C118-B494E52D1D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218" y="2420888"/>
            <a:ext cx="8077769" cy="2380259"/>
          </a:xfrm>
        </p:spPr>
      </p:pic>
    </p:spTree>
    <p:extLst>
      <p:ext uri="{BB962C8B-B14F-4D97-AF65-F5344CB8AC3E}">
        <p14:creationId xmlns:p14="http://schemas.microsoft.com/office/powerpoint/2010/main" val="4004539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BFC296-050B-A68E-AB61-FC2D64159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7" y="1772816"/>
            <a:ext cx="7150818" cy="500062"/>
          </a:xfrm>
        </p:spPr>
        <p:txBody>
          <a:bodyPr/>
          <a:lstStyle/>
          <a:p>
            <a:r>
              <a:rPr lang="es-ES" dirty="0"/>
              <a:t>¿Por qué </a:t>
            </a:r>
            <a:r>
              <a:rPr lang="es-ES" dirty="0" err="1"/>
              <a:t>XGBoost</a:t>
            </a:r>
            <a:r>
              <a:rPr lang="es-ES" dirty="0"/>
              <a:t>-CART superó a los demás?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552EFED-81CE-8BB1-8B3B-9CB64CD714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85248" y="2883133"/>
            <a:ext cx="82296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spcBef>
                <a:spcPct val="0"/>
              </a:spcBef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ensamble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–CART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combinó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interpretabilidad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del árbol, con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capacidad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predictiva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del boosting.</a:t>
            </a:r>
          </a:p>
          <a:p>
            <a:pPr>
              <a:spcBef>
                <a:spcPct val="0"/>
              </a:spcBef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aprende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iterativamente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sus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errores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reducciones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sesgo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>
              <a:spcBef>
                <a:spcPct val="0"/>
              </a:spcBef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CART reduce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varianza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>
              <a:spcBef>
                <a:spcPct val="0"/>
              </a:spcBef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ponderación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(90%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XGBoost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10% CART)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logró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un balance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óptimo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entre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precisión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estabilidad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>
              <a:spcBef>
                <a:spcPct val="0"/>
              </a:spcBef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Superó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todos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modelos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individuales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F1 (0.529) y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puntaje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 Kaggle (0.54).</a:t>
            </a:r>
          </a:p>
          <a:p>
            <a:pPr>
              <a:spcBef>
                <a:spcPct val="0"/>
              </a:spcBef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Mantiene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buena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interpretabilidad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sin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sacrificar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rendimiento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predictivo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>
              <a:spcBef>
                <a:spcPct val="0"/>
              </a:spcBef>
            </a:pP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más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equilibrado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consistente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frente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la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complejidad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del </a:t>
            </a:r>
            <a:r>
              <a:rPr kumimoji="0" lang="en-US" altLang="en-US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problema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90665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234</Words>
  <Application>Microsoft Office PowerPoint</Application>
  <PresentationFormat>Presentación en pantalla (4:3)</PresentationFormat>
  <Paragraphs>25</Paragraphs>
  <Slides>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Tema de Office</vt:lpstr>
      <vt:lpstr>VIVIAN CABANZO FERNÁNDEZ LAURA DANIELA DIAZ TORRES CRISTIAN FELIPE MUÑOZ GUERRERO ZENETH OLIVERO TAPIA</vt:lpstr>
      <vt:lpstr>Best model overview – XGBoost + CART Ensemble</vt:lpstr>
      <vt:lpstr>Comparación de modelos</vt:lpstr>
      <vt:lpstr>Resultados Kaggle</vt:lpstr>
      <vt:lpstr>Limitaciones</vt:lpstr>
      <vt:lpstr>¿Por qué XGBoost-CART superó a los demás?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EXT CRISTIAN FELIPE MUÑOZ GUERRERO</cp:lastModifiedBy>
  <cp:revision>62</cp:revision>
  <dcterms:created xsi:type="dcterms:W3CDTF">2008-03-12T20:06:52Z</dcterms:created>
  <dcterms:modified xsi:type="dcterms:W3CDTF">2025-11-24T00:13:31Z</dcterms:modified>
</cp:coreProperties>
</file>